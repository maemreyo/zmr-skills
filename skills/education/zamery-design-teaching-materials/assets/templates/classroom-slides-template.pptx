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f25777f76a4cdb" /><Relationship Type="http://schemas.openxmlformats.org/officeDocument/2006/relationships/extended-properties" Target="/docProps/app.xml" Id="R947f4314fdc34ced" /><Relationship Type="http://schemas.openxmlformats.org/officeDocument/2006/relationships/officeDocument" Target="/ppt/presentation.xml" Id="Re8118f383a9a45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e05065de2a4856"/>
  </p:sldMasterIdLst>
  <p:notesMasterIdLst>
    <p:notesMasterId xmlns:r="http://schemas.openxmlformats.org/officeDocument/2006/relationships" r:id="R9eecb00288bf4dd0"/>
  </p:notesMasterIdLst>
  <p:sldIdLst>
    <p:sldId xmlns:r="http://schemas.openxmlformats.org/officeDocument/2006/relationships" id="256" r:id="R506b465ddd7d41d2"/>
    <p:sldId xmlns:r="http://schemas.openxmlformats.org/officeDocument/2006/relationships" id="257" r:id="Rf9ac417577fc49e2"/>
    <p:sldId xmlns:r="http://schemas.openxmlformats.org/officeDocument/2006/relationships" id="258" r:id="R80b5a173b4fc4e0c"/>
    <p:sldId xmlns:r="http://schemas.openxmlformats.org/officeDocument/2006/relationships" id="259" r:id="R3440d20894b44bc3"/>
    <p:sldId xmlns:r="http://schemas.openxmlformats.org/officeDocument/2006/relationships" id="260" r:id="R0e8ff8ac9c4c4d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84080cd03443f0" /><Relationship Type="http://schemas.openxmlformats.org/officeDocument/2006/relationships/slideMaster" Target="/ppt/slideMasters/slideMaster1.xml" Id="Rb9e05065de2a4856" /><Relationship Type="http://schemas.openxmlformats.org/officeDocument/2006/relationships/notesMaster" Target="/ppt/notesMasters/notesMaster1.xml" Id="R9eecb00288bf4dd0" /><Relationship Type="http://schemas.openxmlformats.org/officeDocument/2006/relationships/presProps" Target="/ppt/presProps.xml" Id="R02d72f53c3a644f1" /><Relationship Type="http://schemas.openxmlformats.org/officeDocument/2006/relationships/tableStyles" Target="/ppt/tableStyles.xml" Id="Rc8bb01a2b06c45fa" /><Relationship Type="http://schemas.openxmlformats.org/officeDocument/2006/relationships/slide" Target="/ppt/slides/slide1.xml" Id="R506b465ddd7d41d2" /><Relationship Type="http://schemas.openxmlformats.org/officeDocument/2006/relationships/slide" Target="/ppt/slides/slide2.xml" Id="Rf9ac417577fc49e2" /><Relationship Type="http://schemas.openxmlformats.org/officeDocument/2006/relationships/slide" Target="/ppt/slides/slide3.xml" Id="R80b5a173b4fc4e0c" /><Relationship Type="http://schemas.openxmlformats.org/officeDocument/2006/relationships/slide" Target="/ppt/slides/slide4.xml" Id="R3440d20894b44bc3" /><Relationship Type="http://schemas.openxmlformats.org/officeDocument/2006/relationships/slide" Target="/ppt/slides/slide5.xml" Id="R0e8ff8ac9c4c4d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a43815f98a4a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4aa2c3949b45a5" /><Relationship Type="http://schemas.openxmlformats.org/officeDocument/2006/relationships/notesMaster" Target="/ppt/notesMasters/notesMaster1.xml" Id="Rd9e304f4d92840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8af2812a67476f" /><Relationship Type="http://schemas.openxmlformats.org/officeDocument/2006/relationships/notesMaster" Target="/ppt/notesMasters/notesMaster1.xml" Id="R52ddf4e49cb94f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b26c08bf6f41d2" /><Relationship Type="http://schemas.openxmlformats.org/officeDocument/2006/relationships/notesMaster" Target="/ppt/notesMasters/notesMaster1.xml" Id="R58c33a0a45d94d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26481263274c16" /><Relationship Type="http://schemas.openxmlformats.org/officeDocument/2006/relationships/notesMaster" Target="/ppt/notesMasters/notesMaster1.xml" Id="R88aa012d673b42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647020a3a4fb6" /><Relationship Type="http://schemas.openxmlformats.org/officeDocument/2006/relationships/notesMaster" Target="/ppt/notesMasters/notesMaster1.xml" Id="R8b6dd5dc018643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7c0fc940f44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2df9a67a8a4f95" /><Relationship Type="http://schemas.openxmlformats.org/officeDocument/2006/relationships/slideLayout" Target="/ppt/slideLayouts/slideLayout1.xml" Id="R4071487021f1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71487021f1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180e15fdd4508" /><Relationship Type="http://schemas.openxmlformats.org/officeDocument/2006/relationships/notesSlide" Target="/ppt/notesSlides/notesSlide1.xml" Id="R4d8b373db8804e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7459d4cbd411a" /><Relationship Type="http://schemas.openxmlformats.org/officeDocument/2006/relationships/notesSlide" Target="/ppt/notesSlides/notesSlide2.xml" Id="R3a53f57f1eb744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a59f4a15f4c82" /><Relationship Type="http://schemas.openxmlformats.org/officeDocument/2006/relationships/notesSlide" Target="/ppt/notesSlides/notesSlide3.xml" Id="R2ac113160f4343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3962e71c64b9d" /><Relationship Type="http://schemas.openxmlformats.org/officeDocument/2006/relationships/notesSlide" Target="/ppt/notesSlides/notesSlide4.xml" Id="R77b9b6638e8443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ef0fa8118d46b5" /><Relationship Type="http://schemas.openxmlformats.org/officeDocument/2006/relationships/notesSlide" Target="/ppt/notesSlides/notesSlide5.xml" Id="Rce5421d6b0544f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76325E2-C583-4CA2-AD7F-49CC1F78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333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wordmark">
            <a:extLst xmlns:a="http://schemas.openxmlformats.org/drawingml/2006/main">
              <a:ext uri="{FF2B5EF4-FFF2-40B4-BE49-F238E27FC236}">
                <a16:creationId xmlns:a16="http://schemas.microsoft.com/office/drawing/2014/main" id="{329EF39D-DD33-479C-859D-7E6F25A8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zamery</a:t>
            </a:r>
          </a:p>
        </p:txBody>
      </p:sp>
      <p:sp>
        <p:nvSpPr>
          <p:cNvPr id="3" name="title-tagline">
            <a:extLst xmlns:a="http://schemas.openxmlformats.org/drawingml/2006/main">
              <a:ext uri="{FF2B5EF4-FFF2-40B4-BE49-F238E27FC236}">
                <a16:creationId xmlns:a16="http://schemas.microsoft.com/office/drawing/2014/main" id="{6518D429-F03D-4156-B3E4-26D73A6E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i="1">
                <a:solidFill>
                  <a:srgbClr val="F4EEE4"/>
                </a:solidFill>
                <a:latin typeface="Arial"/>
                <a:ea typeface="Arial"/>
                <a:cs typeface="Arial"/>
              </a:defRPr>
            </a:pPr>
            <a:r>
              <a:rPr sz="1050" i="1">
                <a:solidFill>
                  <a:srgbClr val="F4EEE4"/>
                </a:solidFill>
                <a:latin typeface="Arial"/>
                <a:ea typeface="Arial"/>
                <a:cs typeface="Arial"/>
              </a:rPr>
              <a:t>rooted in strength</a:t>
            </a:r>
          </a:p>
        </p:txBody>
      </p:sp>
      <p:sp>
        <p:nvSpPr>
          <p:cNvPr id="4" name="title-heading">
            <a:extLst xmlns:a="http://schemas.openxmlformats.org/drawingml/2006/main">
              <a:ext uri="{FF2B5EF4-FFF2-40B4-BE49-F238E27FC236}">
                <a16:creationId xmlns:a16="http://schemas.microsoft.com/office/drawing/2014/main" id="{90C97341-AB70-4519-B37B-591BED73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{{ lesson title }}</a:t>
            </a:r>
          </a:p>
        </p:txBody>
      </p:sp>
      <p:sp>
        <p:nvSpPr>
          <p:cNvPr id="5" name="title-subheading">
            <a:extLst xmlns:a="http://schemas.openxmlformats.org/drawingml/2006/main">
              <a:ext uri="{FF2B5EF4-FFF2-40B4-BE49-F238E27FC236}">
                <a16:creationId xmlns:a16="http://schemas.microsoft.com/office/drawing/2014/main" id="{4F04E029-6E17-4233-9F7B-65A6F32D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DCEAF2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DCEAF2"/>
                </a:solidFill>
                <a:latin typeface="Arial"/>
                <a:ea typeface="Arial"/>
                <a:cs typeface="Arial"/>
              </a:rPr>
              <a:t>{{ grade · topic · classroom promise }}</a:t>
            </a:r>
          </a:p>
        </p:txBody>
      </p:sp>
      <p:sp>
        <p:nvSpPr>
          <p:cNvPr id="6" name="title-audience">
            <a:extLst xmlns:a="http://schemas.openxmlformats.org/drawingml/2006/main">
              <a:ext uri="{FF2B5EF4-FFF2-40B4-BE49-F238E27FC236}">
                <a16:creationId xmlns:a16="http://schemas.microsoft.com/office/drawing/2014/main" id="{9EE34167-ACB5-4ECE-92D6-17ACBC6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1150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4EEE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EEE4"/>
                </a:solidFill>
                <a:latin typeface="Arial"/>
                <a:ea typeface="Arial"/>
                <a:cs typeface="Arial"/>
              </a:rPr>
              <a:t>CLASSROOM DECK</a:t>
            </a:r>
          </a:p>
        </p:txBody>
      </p:sp>
    </p:spTree>
    <p:extLst>
      <p:ext uri="{BB962C8B-B14F-4D97-AF65-F5344CB8AC3E}">
        <p14:creationId xmlns:p14="http://schemas.microsoft.com/office/powerpoint/2010/main" val="1280927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2">
            <a:extLst xmlns:a="http://schemas.openxmlformats.org/drawingml/2006/main">
              <a:ext uri="{FF2B5EF4-FFF2-40B4-BE49-F238E27FC236}">
                <a16:creationId xmlns:a16="http://schemas.microsoft.com/office/drawing/2014/main" id="{29A67A38-4FA3-4B3D-9FDD-6125C46E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zamery</a:t>
            </a:r>
          </a:p>
        </p:txBody>
      </p:sp>
      <p:sp>
        <p:nvSpPr>
          <p:cNvPr id="2" name="tagline-2">
            <a:extLst xmlns:a="http://schemas.openxmlformats.org/drawingml/2006/main">
              <a:ext uri="{FF2B5EF4-FFF2-40B4-BE49-F238E27FC236}">
                <a16:creationId xmlns:a16="http://schemas.microsoft.com/office/drawing/2014/main" id="{F0F393B1-D061-4E52-8EA4-E9F76F7E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900" i="1">
                <a:solidFill>
                  <a:srgbClr val="B85435"/>
                </a:solidFill>
                <a:latin typeface="Arial"/>
                <a:ea typeface="Arial"/>
                <a:cs typeface="Arial"/>
              </a:rPr>
              <a:t>rooted in strength</a:t>
            </a:r>
          </a:p>
        </p:txBody>
      </p:sp>
      <p:sp>
        <p:nvSpPr>
          <p:cNvPr id="3" name="audience-2">
            <a:extLst xmlns:a="http://schemas.openxmlformats.org/drawingml/2006/main">
              <a:ext uri="{FF2B5EF4-FFF2-40B4-BE49-F238E27FC236}">
                <a16:creationId xmlns:a16="http://schemas.microsoft.com/office/drawing/2014/main" id="{6FC5EF7B-42DF-4E3D-B294-10F17822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46F"/>
                </a:solidFill>
                <a:latin typeface="Arial"/>
                <a:ea typeface="Arial"/>
                <a:cs typeface="Arial"/>
              </a:rPr>
              <a:t>CLASSROOM</a:t>
            </a:r>
          </a:p>
        </p:txBody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83A6E21D-B5DE-4C50-A7C3-6E3BC367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CCF39F84-E114-47B8-9895-276DBB78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732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eyebrow-2">
            <a:extLst xmlns:a="http://schemas.openxmlformats.org/drawingml/2006/main">
              <a:ext uri="{FF2B5EF4-FFF2-40B4-BE49-F238E27FC236}">
                <a16:creationId xmlns:a16="http://schemas.microsoft.com/office/drawing/2014/main" id="{AF160EC3-EDEF-434E-A09C-62E35C9B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435"/>
                </a:solidFill>
                <a:latin typeface="Arial"/>
                <a:ea typeface="Arial"/>
                <a:cs typeface="Arial"/>
              </a:rPr>
              <a:t>NOTICE</a:t>
            </a:r>
          </a:p>
        </p:txBody>
      </p:sp>
      <p:sp>
        <p:nvSpPr>
          <p:cNvPr id="7" name="title-2">
            <a:extLst xmlns:a="http://schemas.openxmlformats.org/drawingml/2006/main">
              <a:ext uri="{FF2B5EF4-FFF2-40B4-BE49-F238E27FC236}">
                <a16:creationId xmlns:a16="http://schemas.microsoft.com/office/drawing/2014/main" id="{736F7B98-2299-4111-BB7B-0647ECD6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feels wrong here?</a:t>
            </a:r>
          </a:p>
        </p:txBody>
      </p:sp>
      <p:sp>
        <p:nvSpPr>
          <p:cNvPr id="8" name="notice-example-a">
            <a:extLst xmlns:a="http://schemas.openxmlformats.org/drawingml/2006/main">
              <a:ext uri="{FF2B5EF4-FFF2-40B4-BE49-F238E27FC236}">
                <a16:creationId xmlns:a16="http://schemas.microsoft.com/office/drawing/2014/main" id="{2A567A8B-DD7A-4FEB-83C5-2BF6DFA5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B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B33"/>
                </a:solidFill>
                <a:latin typeface="Arial"/>
                <a:ea typeface="Arial"/>
                <a:cs typeface="Arial"/>
              </a:rPr>
              <a:t>{{ plausible but wrong example }}</a:t>
            </a:r>
          </a:p>
        </p:txBody>
      </p:sp>
      <p:sp>
        <p:nvSpPr>
          <p:cNvPr id="9" name="notice-divider">
            <a:extLst xmlns:a="http://schemas.openxmlformats.org/drawingml/2006/main">
              <a:ext uri="{FF2B5EF4-FFF2-40B4-BE49-F238E27FC236}">
                <a16:creationId xmlns:a16="http://schemas.microsoft.com/office/drawing/2014/main" id="{92C1EEFA-4D47-4D95-9F56-96B75FCE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95500"/>
            <a:ext cx="3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tice-example-b">
            <a:extLst xmlns:a="http://schemas.openxmlformats.org/drawingml/2006/main">
              <a:ext uri="{FF2B5EF4-FFF2-40B4-BE49-F238E27FC236}">
                <a16:creationId xmlns:a16="http://schemas.microsoft.com/office/drawing/2014/main" id="{73481417-2D6D-4342-99F7-F097A7C3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B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2B33"/>
                </a:solidFill>
                <a:latin typeface="Arial"/>
                <a:ea typeface="Arial"/>
                <a:cs typeface="Arial"/>
              </a:rPr>
              <a:t>{{ contrasting example }}</a:t>
            </a:r>
          </a:p>
        </p:txBody>
      </p:sp>
      <p:sp>
        <p:nvSpPr>
          <p:cNvPr id="11" name="notice-prompt">
            <a:extLst xmlns:a="http://schemas.openxmlformats.org/drawingml/2006/main">
              <a:ext uri="{FF2B5EF4-FFF2-40B4-BE49-F238E27FC236}">
                <a16:creationId xmlns:a16="http://schemas.microsoft.com/office/drawing/2014/main" id="{EB50701B-24C4-483E-AFFD-63B36B16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B746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B746F"/>
                </a:solidFill>
                <a:latin typeface="Arial"/>
                <a:ea typeface="Arial"/>
                <a:cs typeface="Arial"/>
              </a:rPr>
              <a:t>Which clue forces your choice?</a:t>
            </a:r>
          </a:p>
        </p:txBody>
      </p:sp>
    </p:spTree>
    <p:extLst>
      <p:ext uri="{BB962C8B-B14F-4D97-AF65-F5344CB8AC3E}">
        <p14:creationId xmlns:p14="http://schemas.microsoft.com/office/powerpoint/2010/main" val="1089350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EE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3">
            <a:extLst xmlns:a="http://schemas.openxmlformats.org/drawingml/2006/main">
              <a:ext uri="{FF2B5EF4-FFF2-40B4-BE49-F238E27FC236}">
                <a16:creationId xmlns:a16="http://schemas.microsoft.com/office/drawing/2014/main" id="{657AE20B-1052-486B-9BB7-B62F24CC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zamery</a:t>
            </a:r>
          </a:p>
        </p:txBody>
      </p:sp>
      <p:sp>
        <p:nvSpPr>
          <p:cNvPr id="2" name="tagline-3">
            <a:extLst xmlns:a="http://schemas.openxmlformats.org/drawingml/2006/main">
              <a:ext uri="{FF2B5EF4-FFF2-40B4-BE49-F238E27FC236}">
                <a16:creationId xmlns:a16="http://schemas.microsoft.com/office/drawing/2014/main" id="{CCDC3855-4B73-4DE9-A556-24DA5401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900" i="1">
                <a:solidFill>
                  <a:srgbClr val="B85435"/>
                </a:solidFill>
                <a:latin typeface="Arial"/>
                <a:ea typeface="Arial"/>
                <a:cs typeface="Arial"/>
              </a:rPr>
              <a:t>rooted in strength</a:t>
            </a:r>
          </a:p>
        </p:txBody>
      </p:sp>
      <p:sp>
        <p:nvSpPr>
          <p:cNvPr id="3" name="audience-3">
            <a:extLst xmlns:a="http://schemas.openxmlformats.org/drawingml/2006/main">
              <a:ext uri="{FF2B5EF4-FFF2-40B4-BE49-F238E27FC236}">
                <a16:creationId xmlns:a16="http://schemas.microsoft.com/office/drawing/2014/main" id="{01626C3D-307C-417D-B91F-738F65D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46F"/>
                </a:solidFill>
                <a:latin typeface="Arial"/>
                <a:ea typeface="Arial"/>
                <a:cs typeface="Arial"/>
              </a:rPr>
              <a:t>CLASSROOM</a:t>
            </a:r>
          </a:p>
        </p:txBody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689AD51E-475A-47FF-BBE6-B9874487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2F835B4-9CBF-4C3D-BB43-9C7D3522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732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eyebrow-3">
            <a:extLst xmlns:a="http://schemas.openxmlformats.org/drawingml/2006/main">
              <a:ext uri="{FF2B5EF4-FFF2-40B4-BE49-F238E27FC236}">
                <a16:creationId xmlns:a16="http://schemas.microsoft.com/office/drawing/2014/main" id="{02D638F2-52B1-483A-86C9-9F9388C1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435"/>
                </a:solidFill>
                <a:latin typeface="Arial"/>
                <a:ea typeface="Arial"/>
                <a:cs typeface="Arial"/>
              </a:rPr>
              <a:t>BUILD THE RULE</a:t>
            </a:r>
          </a:p>
        </p:txBody>
      </p:sp>
      <p:sp>
        <p:nvSpPr>
          <p:cNvPr id="7" name="title-3">
            <a:extLst xmlns:a="http://schemas.openxmlformats.org/drawingml/2006/main">
              <a:ext uri="{FF2B5EF4-FFF2-40B4-BE49-F238E27FC236}">
                <a16:creationId xmlns:a16="http://schemas.microsoft.com/office/drawing/2014/main" id="{63DE3B27-BEE9-40C9-AB8C-8920A96F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Ask two questions</a:t>
            </a:r>
          </a:p>
        </p:txBody>
      </p:sp>
      <p:sp>
        <p:nvSpPr>
          <p:cNvPr id="8" name="rule-left">
            <a:extLst xmlns:a="http://schemas.openxmlformats.org/drawingml/2006/main">
              <a:ext uri="{FF2B5EF4-FFF2-40B4-BE49-F238E27FC236}">
                <a16:creationId xmlns:a16="http://schemas.microsoft.com/office/drawing/2014/main" id="{605E5735-DFDE-43B3-83BA-C752EF3C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324D"/>
            </a:solidFill>
            <a:prstDash val="solid"/>
          </a:ln>
        </p:spPr>
      </p:sp>
      <p:sp>
        <p:nvSpPr>
          <p:cNvPr id="9" name="rule-left-number">
            <a:extLst xmlns:a="http://schemas.openxmlformats.org/drawingml/2006/main">
              <a:ext uri="{FF2B5EF4-FFF2-40B4-BE49-F238E27FC236}">
                <a16:creationId xmlns:a16="http://schemas.microsoft.com/office/drawing/2014/main" id="{0E2ACCE4-9384-4A11-A3D0-92D0034C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B854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ule-left-question">
            <a:extLst xmlns:a="http://schemas.openxmlformats.org/drawingml/2006/main">
              <a:ext uri="{FF2B5EF4-FFF2-40B4-BE49-F238E27FC236}">
                <a16:creationId xmlns:a16="http://schemas.microsoft.com/office/drawing/2014/main" id="{EB15D3AE-B7DD-40D0-A91B-046DBEE2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0030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Is the past time finished or named?</a:t>
            </a:r>
          </a:p>
        </p:txBody>
      </p:sp>
      <p:sp>
        <p:nvSpPr>
          <p:cNvPr id="11" name="rule-left-answer">
            <a:extLst xmlns:a="http://schemas.openxmlformats.org/drawingml/2006/main">
              <a:ext uri="{FF2B5EF4-FFF2-40B4-BE49-F238E27FC236}">
                <a16:creationId xmlns:a16="http://schemas.microsoft.com/office/drawing/2014/main" id="{0EC5D442-9DA5-44B2-B253-25A6A17D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481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B33"/>
                </a:solidFill>
                <a:latin typeface="Arial"/>
                <a:ea typeface="Arial"/>
                <a:cs typeface="Arial"/>
              </a:rPr>
              <a:t>{{ choice and clue }}</a:t>
            </a:r>
          </a:p>
        </p:txBody>
      </p:sp>
      <p:sp>
        <p:nvSpPr>
          <p:cNvPr id="12" name="rule-right">
            <a:extLst xmlns:a="http://schemas.openxmlformats.org/drawingml/2006/main">
              <a:ext uri="{FF2B5EF4-FFF2-40B4-BE49-F238E27FC236}">
                <a16:creationId xmlns:a16="http://schemas.microsoft.com/office/drawing/2014/main" id="{237B1DE9-49B8-4537-9143-0AE8FF88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52578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46F"/>
            </a:solidFill>
            <a:prstDash val="solid"/>
          </a:ln>
        </p:spPr>
      </p:sp>
      <p:sp>
        <p:nvSpPr>
          <p:cNvPr id="13" name="rule-right-number">
            <a:extLst xmlns:a="http://schemas.openxmlformats.org/drawingml/2006/main">
              <a:ext uri="{FF2B5EF4-FFF2-40B4-BE49-F238E27FC236}">
                <a16:creationId xmlns:a16="http://schemas.microsoft.com/office/drawing/2014/main" id="{D614CD32-E454-4655-8AC6-DC4401F2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B746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B74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ule-right-question">
            <a:extLst xmlns:a="http://schemas.openxmlformats.org/drawingml/2006/main">
              <a:ext uri="{FF2B5EF4-FFF2-40B4-BE49-F238E27FC236}">
                <a16:creationId xmlns:a16="http://schemas.microsoft.com/office/drawing/2014/main" id="{A97174B1-F8E2-4FE5-BBAA-58E6A36D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00300"/>
            <a:ext cx="371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Does the result or experience matter now?</a:t>
            </a:r>
          </a:p>
        </p:txBody>
      </p:sp>
      <p:sp>
        <p:nvSpPr>
          <p:cNvPr id="15" name="rule-right-answer">
            <a:extLst xmlns:a="http://schemas.openxmlformats.org/drawingml/2006/main">
              <a:ext uri="{FF2B5EF4-FFF2-40B4-BE49-F238E27FC236}">
                <a16:creationId xmlns:a16="http://schemas.microsoft.com/office/drawing/2014/main" id="{105C756F-0A45-45CF-8B17-CDC4ABBE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48100"/>
            <a:ext cx="342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B33"/>
                </a:solidFill>
                <a:latin typeface="Arial"/>
                <a:ea typeface="Arial"/>
                <a:cs typeface="Arial"/>
              </a:rPr>
              <a:t>{{ choice and clue }}</a:t>
            </a:r>
          </a:p>
        </p:txBody>
      </p:sp>
    </p:spTree>
    <p:extLst>
      <p:ext uri="{BB962C8B-B14F-4D97-AF65-F5344CB8AC3E}">
        <p14:creationId xmlns:p14="http://schemas.microsoft.com/office/powerpoint/2010/main" val="275463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4">
            <a:extLst xmlns:a="http://schemas.openxmlformats.org/drawingml/2006/main">
              <a:ext uri="{FF2B5EF4-FFF2-40B4-BE49-F238E27FC236}">
                <a16:creationId xmlns:a16="http://schemas.microsoft.com/office/drawing/2014/main" id="{7EEED4F7-EF80-437F-BB4A-DFC6309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zamery</a:t>
            </a:r>
          </a:p>
        </p:txBody>
      </p:sp>
      <p:sp>
        <p:nvSpPr>
          <p:cNvPr id="2" name="tagline-4">
            <a:extLst xmlns:a="http://schemas.openxmlformats.org/drawingml/2006/main">
              <a:ext uri="{FF2B5EF4-FFF2-40B4-BE49-F238E27FC236}">
                <a16:creationId xmlns:a16="http://schemas.microsoft.com/office/drawing/2014/main" id="{0CAAEE9A-1CEF-4E9E-8BF8-AE3F9A1D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900" i="1">
                <a:solidFill>
                  <a:srgbClr val="B85435"/>
                </a:solidFill>
                <a:latin typeface="Arial"/>
                <a:ea typeface="Arial"/>
                <a:cs typeface="Arial"/>
              </a:rPr>
              <a:t>rooted in strength</a:t>
            </a:r>
          </a:p>
        </p:txBody>
      </p:sp>
      <p:sp>
        <p:nvSpPr>
          <p:cNvPr id="3" name="audience-4">
            <a:extLst xmlns:a="http://schemas.openxmlformats.org/drawingml/2006/main">
              <a:ext uri="{FF2B5EF4-FFF2-40B4-BE49-F238E27FC236}">
                <a16:creationId xmlns:a16="http://schemas.microsoft.com/office/drawing/2014/main" id="{8E45F749-9051-4D60-B82D-DB56520B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46F"/>
                </a:solidFill>
                <a:latin typeface="Arial"/>
                <a:ea typeface="Arial"/>
                <a:cs typeface="Arial"/>
              </a:rPr>
              <a:t>CLASSROOM</a:t>
            </a:r>
          </a:p>
        </p:txBody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5350992D-043F-4558-A32C-3DCB53DD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C3308823-6082-4633-9295-50C79D29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732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eyebrow-4">
            <a:extLst xmlns:a="http://schemas.openxmlformats.org/drawingml/2006/main">
              <a:ext uri="{FF2B5EF4-FFF2-40B4-BE49-F238E27FC236}">
                <a16:creationId xmlns:a16="http://schemas.microsoft.com/office/drawing/2014/main" id="{89DB0CA4-8EBB-41FF-9CFA-6C1860A1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435"/>
                </a:solidFill>
                <a:latin typeface="Arial"/>
                <a:ea typeface="Arial"/>
                <a:cs typeface="Arial"/>
              </a:rPr>
              <a:t>TEST THE CLUE</a:t>
            </a:r>
          </a:p>
        </p:txBody>
      </p:sp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3B5D494E-0B08-4F40-A768-592DD91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Choose — then defend it</a:t>
            </a:r>
          </a:p>
        </p:txBody>
      </p:sp>
      <p:sp>
        <p:nvSpPr>
          <p:cNvPr id="8" name="practice-prompt-band">
            <a:extLst xmlns:a="http://schemas.openxmlformats.org/drawingml/2006/main">
              <a:ext uri="{FF2B5EF4-FFF2-40B4-BE49-F238E27FC236}">
                <a16:creationId xmlns:a16="http://schemas.microsoft.com/office/drawing/2014/main" id="{705CEE83-24EB-45AB-AB6E-9B3B241B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CEAF2"/>
          </a:solidFill>
          <a:ln xmlns:a="http://schemas.openxmlformats.org/drawingml/2006/main" w="19050">
            <a:solidFill>
              <a:srgbClr val="2B746F"/>
            </a:solidFill>
            <a:prstDash val="solid"/>
          </a:ln>
        </p:spPr>
      </p:sp>
      <p:sp>
        <p:nvSpPr>
          <p:cNvPr id="9" name="practice-prompt">
            <a:extLst xmlns:a="http://schemas.openxmlformats.org/drawingml/2006/main">
              <a:ext uri="{FF2B5EF4-FFF2-40B4-BE49-F238E27FC236}">
                <a16:creationId xmlns:a16="http://schemas.microsoft.com/office/drawing/2014/main" id="{61E7E3C4-7E5E-4E0A-B021-EB145168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99822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{{ one classroom-sized prompt }}</a:t>
            </a:r>
          </a:p>
        </p:txBody>
      </p:sp>
      <p:sp>
        <p:nvSpPr>
          <p:cNvPr id="10" name="practice-clue">
            <a:extLst xmlns:a="http://schemas.openxmlformats.org/drawingml/2006/main">
              <a:ext uri="{FF2B5EF4-FFF2-40B4-BE49-F238E27FC236}">
                <a16:creationId xmlns:a16="http://schemas.microsoft.com/office/drawing/2014/main" id="{F7318645-CF21-4B23-86B8-5E5C6B01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435"/>
                </a:solidFill>
                <a:latin typeface="Arial"/>
                <a:ea typeface="Arial"/>
                <a:cs typeface="Arial"/>
              </a:rPr>
              <a:t>CLUE</a:t>
            </a:r>
          </a:p>
        </p:txBody>
      </p:sp>
      <p:sp>
        <p:nvSpPr>
          <p:cNvPr id="11" name="practice-clue-line">
            <a:extLst xmlns:a="http://schemas.openxmlformats.org/drawingml/2006/main">
              <a:ext uri="{FF2B5EF4-FFF2-40B4-BE49-F238E27FC236}">
                <a16:creationId xmlns:a16="http://schemas.microsoft.com/office/drawing/2014/main" id="{C2D2931F-16BB-46DB-8792-D9CC926B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00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060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B33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  <p:sp>
        <p:nvSpPr>
          <p:cNvPr id="12" name="practice-choice">
            <a:extLst xmlns:a="http://schemas.openxmlformats.org/drawingml/2006/main">
              <a:ext uri="{FF2B5EF4-FFF2-40B4-BE49-F238E27FC236}">
                <a16:creationId xmlns:a16="http://schemas.microsoft.com/office/drawing/2014/main" id="{33F6C33F-BEA0-4327-B2CD-3E25397E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74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46F"/>
                </a:solidFill>
                <a:latin typeface="Arial"/>
                <a:ea typeface="Arial"/>
                <a:cs typeface="Arial"/>
              </a:rPr>
              <a:t>CHOICE</a:t>
            </a:r>
          </a:p>
        </p:txBody>
      </p:sp>
      <p:sp>
        <p:nvSpPr>
          <p:cNvPr id="13" name="practice-choice-line">
            <a:extLst xmlns:a="http://schemas.openxmlformats.org/drawingml/2006/main">
              <a:ext uri="{FF2B5EF4-FFF2-40B4-BE49-F238E27FC236}">
                <a16:creationId xmlns:a16="http://schemas.microsoft.com/office/drawing/2014/main" id="{AAD196E1-C35B-4B9B-9FAC-DC523E48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80602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202B33"/>
                </a:solidFill>
                <a:latin typeface="Arial"/>
                <a:ea typeface="Arial"/>
                <a:cs typeface="Arial"/>
              </a:rPr>
              <a:t>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569389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wordmark-5">
            <a:extLst xmlns:a="http://schemas.openxmlformats.org/drawingml/2006/main">
              <a:ext uri="{FF2B5EF4-FFF2-40B4-BE49-F238E27FC236}">
                <a16:creationId xmlns:a16="http://schemas.microsoft.com/office/drawing/2014/main" id="{6B2CF409-9524-409B-A89F-7C95C855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zamery</a:t>
            </a:r>
          </a:p>
        </p:txBody>
      </p:sp>
      <p:sp>
        <p:nvSpPr>
          <p:cNvPr id="2" name="tagline-5">
            <a:extLst xmlns:a="http://schemas.openxmlformats.org/drawingml/2006/main">
              <a:ext uri="{FF2B5EF4-FFF2-40B4-BE49-F238E27FC236}">
                <a16:creationId xmlns:a16="http://schemas.microsoft.com/office/drawing/2014/main" id="{9C354D65-6330-467C-B8BC-93CB0DE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i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900" i="1">
                <a:solidFill>
                  <a:srgbClr val="B85435"/>
                </a:solidFill>
                <a:latin typeface="Arial"/>
                <a:ea typeface="Arial"/>
                <a:cs typeface="Arial"/>
              </a:rPr>
              <a:t>rooted in strength</a:t>
            </a:r>
          </a:p>
        </p:txBody>
      </p:sp>
      <p:sp>
        <p:nvSpPr>
          <p:cNvPr id="3" name="audience-5">
            <a:extLst xmlns:a="http://schemas.openxmlformats.org/drawingml/2006/main">
              <a:ext uri="{FF2B5EF4-FFF2-40B4-BE49-F238E27FC236}">
                <a16:creationId xmlns:a16="http://schemas.microsoft.com/office/drawing/2014/main" id="{654B1FB9-72D6-4B22-BDA5-660B8C1FC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B746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B746F"/>
                </a:solidFill>
                <a:latin typeface="Arial"/>
                <a:ea typeface="Arial"/>
                <a:cs typeface="Arial"/>
              </a:rPr>
              <a:t>CLASSROOM</a:t>
            </a:r>
          </a:p>
        </p:txBody>
      </p:sp>
      <p:sp>
        <p:nvSpPr>
          <p:cNvPr id="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600C25D8-C4AB-49D7-8470-F295017C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78C470F6-A7AA-4FAD-A08A-355A2E2A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17324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eyebrow-5">
            <a:extLst xmlns:a="http://schemas.openxmlformats.org/drawingml/2006/main">
              <a:ext uri="{FF2B5EF4-FFF2-40B4-BE49-F238E27FC236}">
                <a16:creationId xmlns:a16="http://schemas.microsoft.com/office/drawing/2014/main" id="{C243EEEB-29C7-4EB9-A0CA-CC8596E2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543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7" name="title-5">
            <a:extLst xmlns:a="http://schemas.openxmlformats.org/drawingml/2006/main">
              <a:ext uri="{FF2B5EF4-FFF2-40B4-BE49-F238E27FC236}">
                <a16:creationId xmlns:a16="http://schemas.microsoft.com/office/drawing/2014/main" id="{4683537D-9E29-48DA-8B3F-2ABF602B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00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Show what you can decide now</a:t>
            </a:r>
          </a:p>
        </p:txBody>
      </p:sp>
      <p:sp>
        <p:nvSpPr>
          <p:cNvPr id="8" name="exit-number-0">
            <a:extLst xmlns:a="http://schemas.openxmlformats.org/drawingml/2006/main">
              <a:ext uri="{FF2B5EF4-FFF2-40B4-BE49-F238E27FC236}">
                <a16:creationId xmlns:a16="http://schemas.microsoft.com/office/drawing/2014/main" id="{6C225D41-C9F2-4BA2-B7C8-A272D3F7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543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exit-prompt-0">
            <a:extLst xmlns:a="http://schemas.openxmlformats.org/drawingml/2006/main">
              <a:ext uri="{FF2B5EF4-FFF2-40B4-BE49-F238E27FC236}">
                <a16:creationId xmlns:a16="http://schemas.microsoft.com/office/drawing/2014/main" id="{704C7FE6-2089-4180-84FD-754E9188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336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{{ quick choice }}</a:t>
            </a:r>
          </a:p>
        </p:txBody>
      </p:sp>
      <p:sp>
        <p:nvSpPr>
          <p:cNvPr id="10" name="exit-line-0">
            <a:extLst xmlns:a="http://schemas.openxmlformats.org/drawingml/2006/main">
              <a:ext uri="{FF2B5EF4-FFF2-40B4-BE49-F238E27FC236}">
                <a16:creationId xmlns:a16="http://schemas.microsoft.com/office/drawing/2014/main" id="{79284522-2433-424C-BAB7-B5FE4D99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622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xit-number-1">
            <a:extLst xmlns:a="http://schemas.openxmlformats.org/drawingml/2006/main">
              <a:ext uri="{FF2B5EF4-FFF2-40B4-BE49-F238E27FC236}">
                <a16:creationId xmlns:a16="http://schemas.microsoft.com/office/drawing/2014/main" id="{25108CEF-9058-41B0-9BC5-8878DA0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B746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B74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exit-prompt-1">
            <a:extLst xmlns:a="http://schemas.openxmlformats.org/drawingml/2006/main">
              <a:ext uri="{FF2B5EF4-FFF2-40B4-BE49-F238E27FC236}">
                <a16:creationId xmlns:a16="http://schemas.microsoft.com/office/drawing/2014/main" id="{06DC0C6C-5065-430A-A843-73020B20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528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{{ find the clue }}</a:t>
            </a:r>
          </a:p>
        </p:txBody>
      </p:sp>
      <p:sp>
        <p:nvSpPr>
          <p:cNvPr id="13" name="exit-line-1">
            <a:extLst xmlns:a="http://schemas.openxmlformats.org/drawingml/2006/main">
              <a:ext uri="{FF2B5EF4-FFF2-40B4-BE49-F238E27FC236}">
                <a16:creationId xmlns:a16="http://schemas.microsoft.com/office/drawing/2014/main" id="{84AE6DBD-C503-4323-B67A-E5430BF1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exit-number-2">
            <a:extLst xmlns:a="http://schemas.openxmlformats.org/drawingml/2006/main">
              <a:ext uri="{FF2B5EF4-FFF2-40B4-BE49-F238E27FC236}">
                <a16:creationId xmlns:a16="http://schemas.microsoft.com/office/drawing/2014/main" id="{F07061AF-1EE0-42B6-8FB9-B9A25C03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854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8543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exit-prompt-2">
            <a:extLst xmlns:a="http://schemas.openxmlformats.org/drawingml/2006/main">
              <a:ext uri="{FF2B5EF4-FFF2-40B4-BE49-F238E27FC236}">
                <a16:creationId xmlns:a16="http://schemas.microsoft.com/office/drawing/2014/main" id="{75E48CD6-981E-4DA0-BDA9-CD3FD27C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7200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{{ one-sentence rule }}</a:t>
            </a:r>
          </a:p>
        </p:txBody>
      </p:sp>
      <p:sp>
        <p:nvSpPr>
          <p:cNvPr id="16" name="exit-line-2">
            <a:extLst xmlns:a="http://schemas.openxmlformats.org/drawingml/2006/main">
              <a:ext uri="{FF2B5EF4-FFF2-40B4-BE49-F238E27FC236}">
                <a16:creationId xmlns:a16="http://schemas.microsoft.com/office/drawing/2014/main" id="{15A7CB84-642E-4EA4-B5E4-A56C690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200650"/>
            <a:ext cx="8953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0524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2026-07-14T03:23:51.3930000Z</dcterms:created>
  <dcterms:modified xsi:type="dcterms:W3CDTF">2026-07-14T03:23:51.3940000Z</dcterms:modified>
</coreProperties>
</file>